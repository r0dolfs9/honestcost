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HONESTCOST  |  DILERU PARTNERIBA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30352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Jūsu klienti atstāj salonu,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jo nezina patiesās izmaksas.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56032" y="23317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</a:rPr>
              <a:t>Viņi salīdzina mēneša maksājumu. Tas neietver KASKO,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</a:rPr>
              <a:t>amortizāciju, riepas, apkopi un transporta nodokli.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3218688"/>
            <a:ext cx="5029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3364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F7"/>
                </a:solidFill>
              </a:rPr>
              <a:t>HonestCost risina šo problēmu — ar precīziem skaitļiem.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502920"/>
            <a:ext cx="28346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89320" y="502920"/>
            <a:ext cx="54864" cy="1325880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612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EU 8 000–15 000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44768" y="1161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slēptās izmaksas gadā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virs mēneša maksājuma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984248"/>
            <a:ext cx="28346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984248"/>
            <a:ext cx="54864" cy="1325880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0939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72%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2642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pircēju nesalīdzina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pilnas TCO izmaksas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465576"/>
            <a:ext cx="28346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3465576"/>
            <a:ext cx="54864" cy="1325880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5753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EU 40 000+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44768" y="4123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vidējais jauna auto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darījums Latvijā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honestcost.lv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4FE4"/>
                </a:solidFill>
              </a:rPr>
              <a:t>RISINAJUMS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F172A"/>
                </a:solidFill>
              </a:rPr>
              <a:t>HonestCost — Latvijas pirmais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F172A"/>
                </a:solidFill>
              </a:rPr>
              <a:t>jauno auto TCO kalkulators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Brīvprātīgs rīks, kas parāda divu jaunu automobiļu pilnas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izmaksas mēnesī — ieskaitot visas slēptās kategorijas.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</a:rPr>
              <a:t>Pircējs redz reālos skaitļus pirms lēmuma.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274320" cy="274320"/>
          </a:xfrm>
          <a:prstGeom prst="ellipse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Atjaunojas uzreiz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55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Rezultāti mainās uzreiz, mainot jebkuru lauku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844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Kopēt saiti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Dalīties ar salīdzinājumu — tieši uz dīlera modeli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13308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51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Darbojas mobilajā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Lietojams pie dīlera, salona apmeklējuma laikā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"/>
            <a:ext cx="41605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0040"/>
            <a:ext cx="4160520" cy="402336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BMW 118i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023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</a:rPr>
              <a:t>vs BMW X1 xDrive20i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1920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8869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EU 487 /men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822960"/>
            <a:ext cx="19202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8869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EU 631 /men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2527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4FE4"/>
                </a:solidFill>
              </a:rPr>
              <a:t>BMW 118i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12527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BMW X1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472184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Amortizācija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1508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312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1508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408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819656"/>
            <a:ext cx="4160520" cy="347472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KASKO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856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67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1856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87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167128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203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Degviela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2037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72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22037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85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514600"/>
            <a:ext cx="4160520" cy="347472"/>
          </a:xfrm>
          <a:prstGeom prst="rect">
            <a:avLst/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551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TEN nodoklis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25511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9480" y="25511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15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862072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898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OCTA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28986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75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69480" y="28986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EU 90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291840"/>
            <a:ext cx="41605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383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Starpība: EU 144/mēn  |  EU 8 640 par 5 gadiem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00600" y="3913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56 modeļi datubāzē  |  Live atjaunojas  |  Mobilajā  |  Kopēt saiti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honestcost.lv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4FE4"/>
                </a:solidFill>
              </a:rPr>
              <a:t>JUSU IEGUVUMS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Ko jūs iegūstat kā partneris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2697480" cy="3154680"/>
          </a:xfrm>
          <a:prstGeom prst="rect">
            <a:avLst/>
          </a:prstGeom>
          <a:solidFill>
            <a:srgbClr val="EEF0FD"/>
          </a:solidFill>
          <a:ln w="19050">
            <a:solidFill>
              <a:srgbClr val="3B4F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9344"/>
            <a:ext cx="329184" cy="329184"/>
          </a:xfrm>
          <a:prstGeom prst="ellipse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27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20665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Jūsu modeļi — piemēru pogas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" y="2761488"/>
            <a:ext cx="2377440" cy="0"/>
          </a:xfrm>
          <a:prstGeom prst="line">
            <a:avLst/>
          </a:prstGeom>
          <a:noFill/>
          <a:ln w="9525">
            <a:solidFill>
              <a:srgbClr val="3B4F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BMW 118i, X1, X3 parādās kā pirmais piemērs, ko lietotājs redz atverot lapu. Jūsu auto — pirmā izvēle.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97480" cy="315468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609344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27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0665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"Saņemt piedāvājumu" poga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64992" y="2761488"/>
            <a:ext cx="2377440" cy="0"/>
          </a:xfrm>
          <a:prstGeom prst="line">
            <a:avLst/>
          </a:prstGeom>
          <a:noFill/>
          <a:ln w="9525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Zem katra jūsu modeļa rezultāta — poga, kas ved uz jūsu vietnes kontaktu lapu vai lead formu. Jūs saņemat gatavu pircēju.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3328" y="1463040"/>
            <a:ext cx="2697480" cy="315468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60934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62763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0665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Ikmēneša datu atskaite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761488"/>
            <a:ext cx="237744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Cik cilvēku salīdzināja jūsu modeļus, ar ko salīdzināja, kāds bija rezultāts. Jūs zināt, kas notiek jūsu segmentā.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Jūsu zīmolam nav jāmaksā par reklāmu. Jūs maksājat par pircēju uzmanību — tieši salīdzinājuma brīdī.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honestcost.lv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82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SKAITLI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3035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HonestCost pirmajā mēnesī pēc publicēšanas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20116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08760"/>
            <a:ext cx="201168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1 240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73736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salīdzinājumi veikti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2304" y="1508760"/>
            <a:ext cx="20116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508760"/>
            <a:ext cx="201168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645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56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542032" y="2331720"/>
            <a:ext cx="173736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modeļi datubāzē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508760"/>
            <a:ext cx="20116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508760"/>
            <a:ext cx="201168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645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68%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718304" y="2331720"/>
            <a:ext cx="173736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apmeklētāju skatīja premium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84848" y="1508760"/>
            <a:ext cx="20116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508760"/>
            <a:ext cx="201168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645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EU 144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894576" y="2331720"/>
            <a:ext cx="173736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2423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vidējā starpība mēnesī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493008"/>
            <a:ext cx="85496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49300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</a:rPr>
              <a:t>ATZINA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" y="37856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Premium segmenta modeļi (BMW, Mercedes, Volvo, Audi) veido 68% no visiem salīdzinājumiem. Šie pircēji ir gatavi pirkt — viņiem vajag pēdējo iemeslu un pārliecināšanu.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032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honestcost.lv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82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SADARBIBA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Vienkārša cena.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Skaidrs ieguvums.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664208"/>
            <a:ext cx="397764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4F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664208"/>
            <a:ext cx="397764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</a:rPr>
              <a:t>DILERA EMBED PAKOTNE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2121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</a:rPr>
              <a:t>EU 200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24912" y="2331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/mēnesī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" y="28163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Minimums 3 mēneši  |  Atcelšana jebkurā laikā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" y="3127248"/>
            <a:ext cx="356616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325526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2735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323697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Jūsu modeļi — piemēru pogas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" y="35478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5661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352958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"Saņemt piedāvājumu" CTA uz jūsu lapas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38404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8587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" y="38221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Ikmēneša salīdzinājumu atskaite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" y="41330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41513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" y="41148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Prioritārs atbalsts un atjauninājumi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" y="442569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443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" y="440740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Bez ilgtermiņa līguma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416052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F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664208"/>
            <a:ext cx="4160520" cy="6400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810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Nākamais solis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28032" y="2176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30 minūšu zvans — un jūsu modeļi ir HonestCost sākumlapā.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2788920"/>
            <a:ext cx="310896" cy="310896"/>
          </a:xfrm>
          <a:prstGeom prst="ellipse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8072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282549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Saskaņojam jūsu modeļu sarakstu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3319272"/>
            <a:ext cx="310896" cy="310896"/>
          </a:xfrm>
          <a:prstGeom prst="ellipse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3375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30368" y="335584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"Saņemt piedāvājumu" saites iestatīšana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28032" y="3849624"/>
            <a:ext cx="310896" cy="310896"/>
          </a:xfrm>
          <a:prstGeom prst="ellipse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8679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8862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Publicējam — 48 stundu laikā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389120"/>
            <a:ext cx="4160520" cy="475488"/>
          </a:xfrm>
          <a:prstGeom prst="rect">
            <a:avLst/>
          </a:prstGeom>
          <a:solidFill>
            <a:srgbClr val="3B4FE4"/>
          </a:solidFill>
          <a:ln w="12700">
            <a:solidFill>
              <a:srgbClr val="3B4F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4531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info@honestcost.lv   |   honestcost.lv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56032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honestcost.lv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HonestCost — Dīleru partnerības piedāvājums</dc:title>
  <dc:subject>PptxGenJS Presentation</dc:subject>
  <dc:creator>HonestCost</dc:creator>
  <cp:lastModifiedBy>HonestCost</cp:lastModifiedBy>
  <cp:revision>1</cp:revision>
  <dcterms:created xsi:type="dcterms:W3CDTF">2026-05-17T20:48:02Z</dcterms:created>
  <dcterms:modified xsi:type="dcterms:W3CDTF">2026-05-17T20:48:02Z</dcterms:modified>
</cp:coreProperties>
</file>